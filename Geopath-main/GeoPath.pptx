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5270"/>
            <a:ext cx="7772400" cy="977265"/>
          </a:xfrm>
        </p:spPr>
        <p:txBody>
          <a:bodyPr/>
          <a:lstStyle/>
          <a:p>
            <a:r>
              <a:t>GeoPath Route Planner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343025"/>
            <a:ext cx="6400800" cy="1752600"/>
          </a:xfrm>
        </p:spPr>
        <p:txBody>
          <a:bodyPr/>
          <a:lstStyle/>
          <a:p>
            <a:r>
              <a:t>Shortest Path Finder using Dijkstra's Algorithm</a:t>
            </a:r>
          </a:p>
          <a:p/>
          <a:p>
            <a:r>
              <a:t>Team Lead: K. Rakesh (23AK1A3237)</a:t>
            </a:r>
          </a:p>
          <a:p>
            <a:r>
              <a:t>Team Members:</a:t>
            </a:r>
          </a:p>
          <a:p>
            <a:r>
              <a:t>K. Prashanth (23AK1A3233)</a:t>
            </a:r>
          </a:p>
          <a:p>
            <a:r>
              <a:t>Vinodh Kumar S (23AK1A3257)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find the shortest route between two locations using Dijkstra's Algorithm and display the result graphically.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Flask</a:t>
            </a:r>
          </a:p>
          <a:p>
            <a:r>
              <a:t>• NetworkX</a:t>
            </a:r>
          </a:p>
          <a:p>
            <a:r>
              <a:t>• Matplotlib</a:t>
            </a:r>
          </a:p>
          <a:p>
            <a:r>
              <a:t>• HTML &amp; CSS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Dijkstra's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Start from source node.</a:t>
            </a:r>
          </a:p>
          <a:p>
            <a:r>
              <a:t>2. Assign distance values.</a:t>
            </a:r>
          </a:p>
          <a:p>
            <a:r>
              <a:t>3. Update neighboring nodes.</a:t>
            </a:r>
          </a:p>
          <a:p>
            <a:r>
              <a:t>4. Repeat until destination is reached.</a:t>
            </a:r>
          </a:p>
          <a:p>
            <a:r>
              <a:t>5. Return shortest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Page</a:t>
            </a:r>
          </a:p>
        </p:txBody>
      </p:sp>
      <p:pic>
        <p:nvPicPr>
          <p:cNvPr id="3" name="Picture 2" descr="image(52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180" y="1129030"/>
            <a:ext cx="7533640" cy="52501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Page</a:t>
            </a:r>
          </a:p>
        </p:txBody>
      </p:sp>
      <p:pic>
        <p:nvPicPr>
          <p:cNvPr id="3" name="Picture 2" descr="image(53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635" y="1866900"/>
            <a:ext cx="6932930" cy="4290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 shortest path calculation.</a:t>
            </a:r>
          </a:p>
          <a:p>
            <a:r>
              <a:t>• Interactive user interface.</a:t>
            </a:r>
          </a:p>
          <a:p>
            <a:r>
              <a:t>• Easy to extend with more locations.</a:t>
            </a:r>
          </a:p>
          <a:p>
            <a:r>
              <a:t>• Useful for route planning applications.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GeoPath Route Planner successfully finds the shortest path using Dijkstra's Algorithm and visually highlights the route.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040" y="2285683"/>
            <a:ext cx="8229600" cy="1143000"/>
          </a:xfrm>
        </p:spPr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833</Words>
  <Application>WPS Presentation</Application>
  <PresentationFormat>On-screen Show (4:3)</PresentationFormat>
  <Paragraphs>46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GeoPath Route Planner</vt:lpstr>
      <vt:lpstr>Problem Statement</vt:lpstr>
      <vt:lpstr>Technologies Used</vt:lpstr>
      <vt:lpstr>Dijkstra's Algorithm</vt:lpstr>
      <vt:lpstr>Input Page</vt:lpstr>
      <vt:lpstr>Output Page</vt:lpstr>
      <vt:lpstr>Advantages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prashanth</cp:lastModifiedBy>
  <cp:revision>3</cp:revision>
  <dcterms:created xsi:type="dcterms:W3CDTF">2013-01-27T09:14:00Z</dcterms:created>
  <dcterms:modified xsi:type="dcterms:W3CDTF">2026-06-23T15:32:27Z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E0BCBBB70F8A465AAC2364892918F18D_13</vt:lpwstr>
  </property>
  <property fmtid="{D5CDD505-2E9C-101B-9397-08002B2CF9AE}" pid="3" name="KSOProductBuildVer">
    <vt:lpwstr>1033-12.1.0.26880</vt:lpwstr>
  </property>
</Properties>
</file>